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3B4D"/>
                </a:solidFill>
              </a:defRPr>
            </a:pPr>
            <a:r>
              <a:t>OKE Agent Plugin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Executive Overview | AI-guided provisioning, troubleshooting, and LA feature enablement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OKE lacks an integrated AI workflow for Day‑1 provisioning and Day‑2 operations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OKE Agent Plugin delivers guided, auditable workflows across provisioning, troubleshooting, and LA features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Outcome: faster provisioning, lower MTTR, safer feature enablement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Provisioning is manual and inconsistent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Incident triage depends on tribal knowledge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LA feature enablement is high‑risk without guardrails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Customer expectations for AI‑assisted ops are rising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Complexity of OKE environments is increasing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Lack of parity with AKS/EKS tooling creates adoption friction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Claude Code plugin with three integrated skills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Human‑in‑the‑loop confirmations and safe defaults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Built‑in discovery via kubeconfig + OCI CLI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Skill 1: Cluster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7A8A"/>
                </a:solidFill>
              </a:defRPr>
            </a:pPr>
            <a:r>
              <a:t>What it does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7‑domain guided discovery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Generates Terraform + ORM schema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Iterative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4023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7A8A"/>
                </a:solidFill>
              </a:defRPr>
            </a:pPr>
            <a:r>
              <a:t>Business value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Faster time‑to‑provision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Consistent architecture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Reduced onboarding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Skill 2: Troubleshooter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7A8A"/>
                </a:solidFill>
              </a:defRPr>
            </a:pPr>
            <a:r>
              <a:t>What it does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Symptom triage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Evidence collection (kubectl + OCI)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Ranked 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4023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7A8A"/>
                </a:solidFill>
              </a:defRPr>
            </a:pPr>
            <a:r>
              <a:t>Business value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Lower MTTR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Standardized incident response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Actionable remediation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Skill 3: LA Feature Deployer (GVA)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7A8A"/>
                </a:solidFill>
              </a:defRPr>
            </a:pPr>
            <a:r>
              <a:t>What it does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Auto‑discovers cluster context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VCN/subnet/image selection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Generates node‑pool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4023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7A8A"/>
                </a:solidFill>
              </a:defRPr>
            </a:pPr>
            <a:r>
              <a:t>Business value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Safer LA enablement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Lower error rate</a:t>
            </a:r>
          </a:p>
          <a:p>
            <a:pPr lvl="1">
              <a:defRPr sz="1800">
                <a:solidFill>
                  <a:srgbClr val="555555"/>
                </a:solidFill>
              </a:defRPr>
            </a:pPr>
            <a:r>
              <a:t>Faster customer time‑to‑value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UX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Menu‑driven discovery and selection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Optional parameters only when needed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Summary + confirmation before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Target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007A8A"/>
                </a:solidFill>
              </a:defRPr>
            </a:pPr>
            <a:r>
              <a:t>‑50%</a:t>
            </a:r>
          </a:p>
          <a:p>
            <a:pPr algn="ctr">
              <a:defRPr sz="1600">
                <a:solidFill>
                  <a:srgbClr val="555555"/>
                </a:solidFill>
              </a:defRPr>
            </a:pPr>
            <a:r>
              <a:t>Time‑to‑Provision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007A8A"/>
                </a:solidFill>
              </a:defRPr>
            </a:pPr>
            <a:r>
              <a:t>‑30%</a:t>
            </a:r>
          </a:p>
          <a:p>
            <a:pPr algn="ctr">
              <a:defRPr sz="1600">
                <a:solidFill>
                  <a:srgbClr val="555555"/>
                </a:solidFill>
              </a:defRPr>
            </a:pPr>
            <a:r>
              <a:t>Incident MTTR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8288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007A8A"/>
                </a:solidFill>
              </a:defRPr>
            </a:pPr>
            <a:r>
              <a:t>80%</a:t>
            </a:r>
          </a:p>
          <a:p>
            <a:pPr algn="ctr">
              <a:defRPr sz="1600">
                <a:solidFill>
                  <a:srgbClr val="555555"/>
                </a:solidFill>
              </a:defRPr>
            </a:pPr>
            <a:r>
              <a:t>GVA Success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OCI CLI access failures → fallback prompts and partial context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Feature gating drift → versioned validation guidance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Permission gaps → explicit warnings and safe defaults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4D"/>
                </a:solidFill>
              </a:defRPr>
            </a:pPr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Expand LA enablement beyond GVA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Add shape/VNIC limit validation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Collect baseline metrics for ROI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